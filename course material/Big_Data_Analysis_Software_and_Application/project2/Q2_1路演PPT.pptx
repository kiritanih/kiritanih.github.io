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/ 像素溯源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让创作过程成为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数字内容信任的证据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49808" y="3063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轻量化桌面端工具 + 浏览器验证插件，为AI内容时代的创作者提供“自证清白”的可信基础设施。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3886200"/>
            <a:ext cx="1965960" cy="310896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Pre-Seed 融资 $500K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80360" y="3886200"/>
            <a:ext cx="20116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12个月产品与种子社区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60920" y="914400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2672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验证摘要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54896" y="1225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完整创作凭证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35240" y="1828800"/>
            <a:ext cx="3429000" cy="1874520"/>
          </a:xfrm>
          <a:prstGeom prst="roundRect">
            <a:avLst>
              <a:gd name="adj" fmla="val 1951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0574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IMG_2048.jpg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812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时间戳已锚定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关键帧哈希匹配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编辑步骤可追溯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26680" y="416052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 BADGE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72600" y="416052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 = 有完整凭证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63276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Confidential · Investor Pitch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问题：AI内容泛滥后，图片真实性信任正在崩塌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被动检测很难给出可解释的“创作过程证据”，创作者也缺少低门槛自证工具。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54864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904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$9亿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2025上半年深度伪造相关诈骗损失接近该量级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03320" y="1325880"/>
            <a:ext cx="3703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132588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7912" y="1490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不可解释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86200" y="1892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多数AI检测只能输出概率，难以支撑职业信誉或企业审核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43800" y="132588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1325880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1490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高摩擦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26680" y="18928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现有来源验证方案依赖平台、设备或复杂元数据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29718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136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创作者侧痛点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" y="3474720"/>
            <a:ext cx="5029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630168"/>
            <a:ext cx="30632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职业摄影师被质疑“照片造假”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AI艺术家被质疑“全靠生成”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电商与法务影像缺乏可信链路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07408" y="29718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136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消费者侧痛点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90288" y="3474720"/>
            <a:ext cx="502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3630168"/>
            <a:ext cx="30632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网页图片真假难辨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缺少一键验证入口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平台审核无法覆盖创作过程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56448" y="29718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9328" y="3136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平台/机构侧痛点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39328" y="3474720"/>
            <a:ext cx="5029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3630168"/>
            <a:ext cx="30632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监管压力增加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被动检测误判成本高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需要可审计、可集成的验证接口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92124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融资路演 ·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解决方案：自愿式“创作过程凭证”基础设施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ProvenPixel不是判断图片像不像AI，而是证明它如何被创作。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94560" y="3255264"/>
            <a:ext cx="13258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46320" y="3255264"/>
            <a:ext cx="13258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98080" y="3255264"/>
            <a:ext cx="13258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8680" y="274320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29077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0744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4984" y="32735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Studio本地录制关键帧与屏幕缩略片段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20440" y="274320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29077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32504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生成凭证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66744" y="32735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哈希、时间戳、敏感区域模糊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29077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84264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存储锚定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18504" y="32735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IPFS存储 + 链上哈希锚定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823960" y="2743200"/>
            <a:ext cx="16002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0264" y="29077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36024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一键验证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70264" y="32735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浏览器插件展示信任摘要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12344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13990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产品矩阵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" y="1737360"/>
            <a:ext cx="5029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892808"/>
            <a:ext cx="4617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Studio：桌面端录制与凭证生成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Verify：浏览器右键验证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API：媒体/电商/平台批量接入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凭证存储层：IPFS + 链上哈希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12344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3990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46520" y="1737360"/>
            <a:ext cx="5029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892808"/>
            <a:ext cx="4617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跨工具：Photoshop、Midjourney、Stable Diffusion均可用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隐私优先：本地处理、可模糊、可裁剪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低门槛：创作者3步，消费者1步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25880" y="50749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一句话定位：内容透明度的“Git commit history”，但为图片创作流程而生。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92124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融资路演 ·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市场机会：内容真实性从“可选功能”变成基础设施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监管、诈骗、创作者经济共同推动来源验证需求。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AI内容检测市场规模预期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4502727"/>
            <a:ext cx="914400" cy="34359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182687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$0.56B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2011680"/>
            <a:ext cx="914400" cy="2834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691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$4.62B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4983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2033E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5577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 30.2%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261872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261872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14264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80560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$4B–$46B+ 全球内容检测/来源验证市场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1261872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261872"/>
            <a:ext cx="54864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14264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95160" y="1828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$300M–$500M 自愿透明度工具可服务市场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26880" y="1261872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1261872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91472" y="14264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509760" y="1828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$5M–$10M 种子期可获得市场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27889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953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初始切入：新闻/媒体摄影师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80560" y="3291840"/>
            <a:ext cx="5029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447288"/>
            <a:ext cx="3017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职业声誉与图片真实性直接绑定；桌面端工具接受度高；机构采购路径明确；专业社区可精准触达。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01000" y="27889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2953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第二优先级：AI艺术家与电商摄影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83880" y="3291840"/>
            <a:ext cx="5029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3447288"/>
            <a:ext cx="3017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AI艺术家需要证明“创作贡献”；电商商家需要降低虚假商品图和买家信任成本。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2124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融资路演 ·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竞争格局：低门槛 + 深创作过程覆盖是空白象限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差异点不是“另一个检测器”，而是跨工具、可审计的创作过程透明度。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34440" y="5349240"/>
            <a:ext cx="5486400" cy="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234440" y="5349240"/>
            <a:ext cx="0" cy="-402336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71800" y="5577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用户门槛 低 → 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 rot="16200000"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覆盖创作过程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 → 深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1645920"/>
            <a:ext cx="2011680" cy="310896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ProvenPixel目标象限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2194560"/>
            <a:ext cx="1828800" cy="31089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Truepic / Numbers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4297680"/>
            <a:ext cx="1645920" cy="31089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被动检测插件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4572000"/>
            <a:ext cx="1645920" cy="31089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C2PA / 元数据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40280" y="2331720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1234440"/>
            <a:ext cx="3977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3990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核心护城河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1737360"/>
            <a:ext cx="5029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892808"/>
            <a:ext cx="36118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跨工具兼容：不依赖生成平台配合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开源核心：用透明换信任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社区锁定：先绑定职业声誉敏感人群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多层聚合：兼容C2PA/SynthID等外部标准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0" y="37033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38679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4206240"/>
            <a:ext cx="5029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4361688"/>
            <a:ext cx="3611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如果需求被验证，Adobe/CAI等大厂可能快速入局；必须在MVP阶段尽快形成社区、插件分发和SDK生态壁垒。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2124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融资路演 ·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增长路径：先创作者信任，再消费者验证，最后B端API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PLG + Community-Led Growth，用可见徽章触发网络效应。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Month 1–4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冷启动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6858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27432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50名信任大使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Hunt / X / Reddit发布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内容营销：AI时代摄影师生存指南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Month 5–8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09160" y="2560320"/>
            <a:ext cx="6858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926080"/>
            <a:ext cx="27432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凭证图片自带验证徽章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插件点赞/打赏闭环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开源桌面端SDK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75320" y="141732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691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Month 9–12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0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503920" y="2560320"/>
            <a:ext cx="685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926080"/>
            <a:ext cx="27432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新闻通讯社与电商API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CMS一键集成插件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申请行业推荐/认证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989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12个月关键指标：5000名创作者 · 10万张认证图片 · 3个B端付费客户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2124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融资路演 ·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商业模式：免费验证覆盖网络，订阅与API变现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个人创作者推动内容供给，企业与平台为规模化验证付费。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0332720" cy="2971800"/>
          </a:xfrm>
          <a:prstGeom prst="roundRect">
            <a:avLst>
              <a:gd name="adj" fmla="val 1538"/>
            </a:avLst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35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435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4356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435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核心权益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1847088"/>
            <a:ext cx="992124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20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个人创作者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0" y="192024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每月10次凭证，500MB存储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2377440"/>
            <a:ext cx="992124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4505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2450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职业创作者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24505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$9.9/月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0" y="24505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无限凭证，10GB存储，自定义品牌徽章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2907792"/>
            <a:ext cx="992124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980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68880" y="2980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小团队/媒体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29809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$49/月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0" y="298094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5席位，100GB存储，批量管理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" y="3438144"/>
            <a:ext cx="992124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5112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688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平台/大型机构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0" y="35112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0" y="351129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API调用，私有部署，SLA，合规报告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4400" y="475488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754880"/>
            <a:ext cx="54864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4919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097280" y="53218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Year 1免费用户转化假设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0" y="475488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4754880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22192" y="49194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$12K/年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3840480" y="53218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Year 1 B端平均合同额假设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29400" y="4754880"/>
            <a:ext cx="3383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475488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93992" y="4919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开放核心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812280" y="53218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桌面端开源 + 企业API/托管服务付费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92124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融资路演 ·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执行计划：12个月从MVP走到企业试点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小团队优先验证“采用意愿”和“B端支付意愿”。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37360" y="2258568"/>
            <a:ext cx="14173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160520" y="2258568"/>
            <a:ext cx="14173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583680" y="2258568"/>
            <a:ext cx="14173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006840" y="2258568"/>
            <a:ext cx="14173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187452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122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桌面端原型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可录制 + 生成哈希 + 本地凭证包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926080" y="187452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1122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926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MVP发布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291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 + 插件 + 基础存储，100名内测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166360" y="187452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6088" y="21122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926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IPFS + API Beta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去中心化存储上线，API可调用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406640" y="187452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21122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2926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3291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至少1个付费企业客户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646920" y="187452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56648" y="21122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64040" y="2926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移动查看端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3291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iOS/Android消费者App上线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22960" y="443484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45994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种子阶段团队（3–5人）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05840" y="4937760"/>
            <a:ext cx="5029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093208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CEO/产品经理：方向、商务、融资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全栈工程师#1：桌面端开发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全栈工程师#2：后端API、插件、IPFS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设计/前端：UI/UX与品牌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社区经理：Month 6+加入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443484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5994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融资后资源配置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46520" y="4937760"/>
            <a:ext cx="5029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5093208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优先补齐桌面端/插件/安全协议工程能力；社区运营只在产品可用后加速投入，避免过早烧钱。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92124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融资路演 ·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财务预测：Year 3 ARR约 $2M，靠B端扩张拉升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预测基于保守个人订阅转化与B端合同扩张。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05840" y="5116982"/>
            <a:ext cx="777240" cy="950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2437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$65K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53218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4480560"/>
            <a:ext cx="77724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4187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$0.5M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53218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2286000"/>
            <a:ext cx="777240" cy="2926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9933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53218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ARR 预测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30632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990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Year 1成本结构（总计约$360K）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737360"/>
            <a:ext cx="5029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892808"/>
            <a:ext cx="269748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人力成本 $240K（50%）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 $30K（6%）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营销/社区 $40K（8%）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法律/合规/专利 $30K（6%）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其他运营 $20K（4%）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2440" y="123444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3990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本轮融资需求：Pre-Seed $500K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75320" y="1737360"/>
            <a:ext cx="5029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892808"/>
            <a:ext cx="28803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用途：12个月产品开发、首批1000名种子创作者运营、开源社区建设。</a:t>
            </a:r>
            <a:endParaRPr lang="en-US" sz="1050" dirty="0"/>
          </a:p>
          <a:p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交付：MVP上线、插件1万安装、种子社区启动。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434340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34340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45079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 $2M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846320" y="4910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Month 12–18：团队扩至10人、B端销售、移动端开发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83880" y="4343400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4343400"/>
            <a:ext cx="54864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8472" y="45079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ARR $200K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366760" y="4910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Seed前关键里程碑：月活创作者5000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92124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融资路演 ·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风险与验证计划：先证伪最不确定假设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MVP阶段重点验证采用意愿、竞争窗口和凭证安全强度。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9047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市场风险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149047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创作者自证动力不足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从新闻摄影师切入；协会/机构背书；50名信任大使冷启动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9047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竞争风险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149047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大厂推出类似功能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开源社区锁定；跨工具兼容；快速铺设插件与SDK生态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54787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技术风险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354787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高级攻击者模拟录制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9776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时间戳、环境指纹、随机验证码、多层安全策略迭代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383280"/>
            <a:ext cx="48920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54787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隐私风险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354787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录制泄露工作流/个人信息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9776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本地处理、敏感区域模糊、用户完全控制上传内容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第一性验证逻辑：若职业声誉敏感群体仍不愿录制，产品价值假设需重构；若B端不愿付费，API优先级下调。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21240" y="6510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ProvenPixel 融资路演 · 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22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融资请求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$500K Pre-Seed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04672" y="22677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用于12个月产品开发、首批1000名种子创作者运营、开源社区建设。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24612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246120"/>
            <a:ext cx="54864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3410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3813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 + 插件 + 基础存储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11880" y="324612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3246120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3410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94760" y="3813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种子创作者社区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324612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3246120"/>
            <a:ext cx="54864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34107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38130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插件安装量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822960"/>
            <a:ext cx="3246120" cy="452628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为什么现在？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58200" y="18745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AI内容爆发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监管与诈骗压力上升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创作者需要可信差异化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低门槛创作过程透明度仍是空白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806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目标：成为数字内容透明度的默认入口。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ProvenPixel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ProvenPixel / 像素溯源 融资路演</dc:title>
  <dc:subject>ProvenPixel融资路演演示PPT</dc:subject>
  <dc:creator>OpenAI</dc:creator>
  <cp:lastModifiedBy>OpenAI</cp:lastModifiedBy>
  <cp:revision>1</cp:revision>
  <dcterms:created xsi:type="dcterms:W3CDTF">2026-05-18T04:38:26Z</dcterms:created>
  <dcterms:modified xsi:type="dcterms:W3CDTF">2026-05-18T04:38:26Z</dcterms:modified>
</cp:coreProperties>
</file>