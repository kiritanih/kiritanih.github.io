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61" r:id="rId3"/>
    <p:sldId id="262" r:id="rId5"/>
    <p:sldId id="269" r:id="rId6"/>
    <p:sldId id="270" r:id="rId7"/>
    <p:sldId id="271" r:id="rId8"/>
    <p:sldId id="272" r:id="rId9"/>
    <p:sldId id="273" r:id="rId10"/>
    <p:sldId id="277" r:id="rId11"/>
    <p:sldId id="279" r:id="rId12"/>
    <p:sldId id="278" r:id="rId13"/>
    <p:sldId id="268"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9" userDrawn="1">
          <p15:clr>
            <a:srgbClr val="A4A3A4"/>
          </p15:clr>
        </p15:guide>
        <p15:guide id="2" pos="383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微信用户" initials="authorId_1284141461" lastIdx="0"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39"/>
        <p:guide pos="383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commentAuthors" Target="commentAuthors.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1" Type="http://schemas.openxmlformats.org/officeDocument/2006/relationships/tags" Target="../tags/tag23.xml"/><Relationship Id="rId10" Type="http://schemas.openxmlformats.org/officeDocument/2006/relationships/tags" Target="../tags/tag22.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tags" Target="../tags/tag30.xml"/><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多行文本_4项">
    <p:spTree>
      <p:nvGrpSpPr>
        <p:cNvPr id="1" name=""/>
        <p:cNvGrpSpPr/>
        <p:nvPr/>
      </p:nvGrpSpPr>
      <p:grpSpPr>
        <a:xfrm>
          <a:off x="0" y="0"/>
          <a:ext cx="0" cy="0"/>
          <a:chOff x="0" y="0"/>
          <a:chExt cx="0" cy="0"/>
        </a:xfrm>
      </p:grpSpPr>
      <p:sp>
        <p:nvSpPr>
          <p:cNvPr id="6" name="标题 5"/>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7" name="装饰  6"/>
          <p:cNvSpPr>
            <a:spLocks noGrp="1"/>
          </p:cNvSpPr>
          <p:nvPr>
            <p:ph type="body" idx="16394" hasCustomPrompt="1"/>
            <p:custDataLst>
              <p:tags r:id="rId3"/>
            </p:custDataLst>
          </p:nvPr>
        </p:nvSpPr>
        <p:spPr>
          <a:xfrm>
            <a:off x="609600" y="15240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8" name="文本占位符 7"/>
          <p:cNvSpPr>
            <a:spLocks noGrp="1"/>
          </p:cNvSpPr>
          <p:nvPr>
            <p:ph type="body" idx="16387" hasCustomPrompt="1"/>
            <p:custDataLst>
              <p:tags r:id="rId4"/>
            </p:custDataLst>
          </p:nvPr>
        </p:nvSpPr>
        <p:spPr>
          <a:xfrm>
            <a:off x="933450" y="1955800"/>
            <a:ext cx="876300" cy="736600"/>
          </a:xfrm>
          <a:noFill/>
        </p:spPr>
        <p:txBody>
          <a:bodyPr wrap="none" lIns="0" tIns="0" rIns="0" bIns="0" anchor="ctr">
            <a:noAutofit/>
          </a:bodyPr>
          <a:lstStyle>
            <a:lvl1pPr marL="0" indent="0" algn="ctr">
              <a:lnSpc>
                <a:spcPct val="109000"/>
              </a:lnSpc>
              <a:spcBef>
                <a:spcPct val="0"/>
              </a:spcBef>
              <a:spcAft>
                <a:spcPct val="0"/>
              </a:spcAft>
              <a:buNone/>
              <a:defRPr sz="5800" b="0" spc="0">
                <a:solidFill>
                  <a:schemeClr val="accent1"/>
                </a:solidFill>
              </a:defRPr>
            </a:lvl1pPr>
          </a:lstStyle>
          <a:p>
            <a:pPr lvl="0"/>
            <a:r>
              <a:rPr lang="zh-CN" altLang="en-US" smtClean="0"/>
              <a:t>01</a:t>
            </a:r>
            <a:endParaRPr lang="zh-CN" altLang="en-US" smtClean="0"/>
          </a:p>
        </p:txBody>
      </p:sp>
      <p:sp>
        <p:nvSpPr>
          <p:cNvPr id="9" name="文本占位符 8"/>
          <p:cNvSpPr>
            <a:spLocks noGrp="1"/>
          </p:cNvSpPr>
          <p:nvPr>
            <p:ph type="body" idx="16386" hasCustomPrompt="1"/>
            <p:custDataLst>
              <p:tags r:id="rId5"/>
            </p:custDataLst>
          </p:nvPr>
        </p:nvSpPr>
        <p:spPr>
          <a:xfrm>
            <a:off x="2082800" y="1866900"/>
            <a:ext cx="3556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0" name="装饰  9"/>
          <p:cNvSpPr>
            <a:spLocks noGrp="1"/>
          </p:cNvSpPr>
          <p:nvPr>
            <p:ph type="body" idx="16395" hasCustomPrompt="1"/>
            <p:custDataLst>
              <p:tags r:id="rId6"/>
            </p:custDataLst>
          </p:nvPr>
        </p:nvSpPr>
        <p:spPr>
          <a:xfrm>
            <a:off x="6248400" y="15240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1" name="文本占位符 10"/>
          <p:cNvSpPr>
            <a:spLocks noGrp="1"/>
          </p:cNvSpPr>
          <p:nvPr>
            <p:ph type="body" idx="16389" hasCustomPrompt="1"/>
            <p:custDataLst>
              <p:tags r:id="rId7"/>
            </p:custDataLst>
          </p:nvPr>
        </p:nvSpPr>
        <p:spPr>
          <a:xfrm>
            <a:off x="6572250" y="1955800"/>
            <a:ext cx="876300" cy="736600"/>
          </a:xfrm>
          <a:noFill/>
        </p:spPr>
        <p:txBody>
          <a:bodyPr wrap="none" lIns="0" tIns="0" rIns="0" bIns="0" anchor="ctr">
            <a:noAutofit/>
          </a:bodyPr>
          <a:lstStyle>
            <a:lvl1pPr marL="0" indent="0" algn="ctr">
              <a:lnSpc>
                <a:spcPct val="109000"/>
              </a:lnSpc>
              <a:spcBef>
                <a:spcPct val="0"/>
              </a:spcBef>
              <a:spcAft>
                <a:spcPct val="0"/>
              </a:spcAft>
              <a:buNone/>
              <a:defRPr sz="5800" b="0" spc="0">
                <a:solidFill>
                  <a:schemeClr val="accent1"/>
                </a:solidFill>
              </a:defRPr>
            </a:lvl1pPr>
          </a:lstStyle>
          <a:p>
            <a:pPr lvl="0"/>
            <a:r>
              <a:rPr lang="zh-CN" altLang="en-US" smtClean="0"/>
              <a:t>02</a:t>
            </a:r>
            <a:endParaRPr lang="zh-CN" altLang="en-US" smtClean="0"/>
          </a:p>
        </p:txBody>
      </p:sp>
      <p:sp>
        <p:nvSpPr>
          <p:cNvPr id="12" name="文本占位符 11"/>
          <p:cNvSpPr>
            <a:spLocks noGrp="1"/>
          </p:cNvSpPr>
          <p:nvPr>
            <p:ph type="body" idx="16388" hasCustomPrompt="1"/>
            <p:custDataLst>
              <p:tags r:id="rId8"/>
            </p:custDataLst>
          </p:nvPr>
        </p:nvSpPr>
        <p:spPr>
          <a:xfrm>
            <a:off x="7721600" y="1866900"/>
            <a:ext cx="3556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3" name="装饰  2"/>
          <p:cNvSpPr>
            <a:spLocks noGrp="1"/>
          </p:cNvSpPr>
          <p:nvPr>
            <p:ph type="body" idx="16396" hasCustomPrompt="1"/>
            <p:custDataLst>
              <p:tags r:id="rId9"/>
            </p:custDataLst>
          </p:nvPr>
        </p:nvSpPr>
        <p:spPr>
          <a:xfrm>
            <a:off x="609600" y="40386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4" name="文本占位符 13"/>
          <p:cNvSpPr>
            <a:spLocks noGrp="1"/>
          </p:cNvSpPr>
          <p:nvPr>
            <p:ph type="body" idx="16391" hasCustomPrompt="1"/>
            <p:custDataLst>
              <p:tags r:id="rId10"/>
            </p:custDataLst>
          </p:nvPr>
        </p:nvSpPr>
        <p:spPr>
          <a:xfrm>
            <a:off x="933450" y="4470400"/>
            <a:ext cx="876300" cy="736600"/>
          </a:xfrm>
          <a:noFill/>
        </p:spPr>
        <p:txBody>
          <a:bodyPr wrap="none" lIns="0" tIns="0" rIns="0" bIns="0" anchor="ctr">
            <a:noAutofit/>
          </a:bodyPr>
          <a:lstStyle>
            <a:lvl1pPr marL="0" indent="0" algn="ctr">
              <a:lnSpc>
                <a:spcPct val="109000"/>
              </a:lnSpc>
              <a:spcBef>
                <a:spcPct val="0"/>
              </a:spcBef>
              <a:spcAft>
                <a:spcPct val="0"/>
              </a:spcAft>
              <a:buNone/>
              <a:defRPr sz="5800" b="0" spc="0">
                <a:solidFill>
                  <a:schemeClr val="accent1"/>
                </a:solidFill>
              </a:defRPr>
            </a:lvl1pPr>
          </a:lstStyle>
          <a:p>
            <a:pPr lvl="0"/>
            <a:r>
              <a:rPr lang="zh-CN" altLang="en-US" smtClean="0"/>
              <a:t>03</a:t>
            </a:r>
            <a:endParaRPr lang="zh-CN" altLang="en-US" smtClean="0"/>
          </a:p>
        </p:txBody>
      </p:sp>
      <p:sp>
        <p:nvSpPr>
          <p:cNvPr id="15" name="文本占位符 14"/>
          <p:cNvSpPr>
            <a:spLocks noGrp="1"/>
          </p:cNvSpPr>
          <p:nvPr>
            <p:ph type="body" idx="16390" hasCustomPrompt="1"/>
            <p:custDataLst>
              <p:tags r:id="rId11"/>
            </p:custDataLst>
          </p:nvPr>
        </p:nvSpPr>
        <p:spPr>
          <a:xfrm>
            <a:off x="2082800" y="4381500"/>
            <a:ext cx="3556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6" name="装饰  5"/>
          <p:cNvSpPr>
            <a:spLocks noGrp="1"/>
          </p:cNvSpPr>
          <p:nvPr>
            <p:ph type="body" idx="16397" hasCustomPrompt="1"/>
            <p:custDataLst>
              <p:tags r:id="rId12"/>
            </p:custDataLst>
          </p:nvPr>
        </p:nvSpPr>
        <p:spPr>
          <a:xfrm>
            <a:off x="6248400" y="4038600"/>
            <a:ext cx="5334000" cy="2209800"/>
          </a:xfrm>
          <a:custGeom>
            <a:avLst/>
            <a:gdLst>
              <a:gd name="connisteX0" fmla="*/ 0 w 5334000"/>
              <a:gd name="connsiteY0" fmla="*/ 203200 h 2209800"/>
              <a:gd name="connisteX1" fmla="*/ 203200 w 5334000"/>
              <a:gd name="connsiteY1" fmla="*/ 0 h 2209800"/>
              <a:gd name="connisteX2" fmla="*/ 5130800 w 5334000"/>
              <a:gd name="connsiteY2" fmla="*/ 0 h 2209800"/>
              <a:gd name="connisteX3" fmla="*/ 5334000 w 5334000"/>
              <a:gd name="connsiteY3" fmla="*/ 203200 h 2209800"/>
              <a:gd name="connisteX4" fmla="*/ 5334000 w 5334000"/>
              <a:gd name="connsiteY4" fmla="*/ 2006600 h 2209800"/>
              <a:gd name="connisteX5" fmla="*/ 5130800 w 5334000"/>
              <a:gd name="connsiteY5" fmla="*/ 2209800 h 2209800"/>
              <a:gd name="connisteX6" fmla="*/ 203200 w 5334000"/>
              <a:gd name="connsiteY6" fmla="*/ 2209800 h 2209800"/>
              <a:gd name="connisteX7" fmla="*/ 0 w 5334000"/>
              <a:gd name="connsiteY7" fmla="*/ 2006600 h 2209800"/>
              <a:gd name="connisteX8" fmla="*/ 0 w 5334000"/>
              <a:gd name="connsiteY8" fmla="*/ 203200 h 22098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334000" h="2209800">
                <a:moveTo>
                  <a:pt x="0" y="203200"/>
                </a:moveTo>
                <a:cubicBezTo>
                  <a:pt x="0" y="90976"/>
                  <a:pt x="90976" y="0"/>
                  <a:pt x="203200" y="0"/>
                </a:cubicBezTo>
                <a:lnTo>
                  <a:pt x="5130800" y="0"/>
                </a:lnTo>
                <a:cubicBezTo>
                  <a:pt x="5243024" y="0"/>
                  <a:pt x="5334000" y="90976"/>
                  <a:pt x="5334000" y="203200"/>
                </a:cubicBezTo>
                <a:lnTo>
                  <a:pt x="5334000" y="2006600"/>
                </a:lnTo>
                <a:cubicBezTo>
                  <a:pt x="5334000" y="2118824"/>
                  <a:pt x="5243024" y="2209800"/>
                  <a:pt x="5130800" y="2209800"/>
                </a:cubicBezTo>
                <a:lnTo>
                  <a:pt x="203200" y="2209800"/>
                </a:lnTo>
                <a:cubicBezTo>
                  <a:pt x="90976" y="2209800"/>
                  <a:pt x="0" y="2118824"/>
                  <a:pt x="0" y="2006600"/>
                </a:cubicBezTo>
                <a:lnTo>
                  <a:pt x="0" y="203200"/>
                </a:lnTo>
                <a:close/>
              </a:path>
            </a:pathLst>
          </a:custGeom>
          <a:gradFill>
            <a:gsLst>
              <a:gs pos="0">
                <a:schemeClr val="accent1">
                  <a:lumMod val="10000"/>
                  <a:lumOff val="90000"/>
                </a:schemeClr>
              </a:gs>
              <a:gs pos="100000">
                <a:schemeClr val="accent1">
                  <a:lumMod val="10000"/>
                  <a:lumOff val="90000"/>
                </a:schemeClr>
              </a:gs>
            </a:gsLst>
            <a:lin ang="5400000"/>
          </a:gra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7" name="文本占位符 16"/>
          <p:cNvSpPr>
            <a:spLocks noGrp="1"/>
          </p:cNvSpPr>
          <p:nvPr>
            <p:ph type="body" idx="16393" hasCustomPrompt="1"/>
            <p:custDataLst>
              <p:tags r:id="rId13"/>
            </p:custDataLst>
          </p:nvPr>
        </p:nvSpPr>
        <p:spPr>
          <a:xfrm>
            <a:off x="6572250" y="4470400"/>
            <a:ext cx="876300" cy="736600"/>
          </a:xfrm>
          <a:noFill/>
        </p:spPr>
        <p:txBody>
          <a:bodyPr wrap="none" lIns="0" tIns="0" rIns="0" bIns="0" anchor="ctr">
            <a:noAutofit/>
          </a:bodyPr>
          <a:lstStyle>
            <a:lvl1pPr marL="0" indent="0" algn="ctr">
              <a:lnSpc>
                <a:spcPct val="109000"/>
              </a:lnSpc>
              <a:spcBef>
                <a:spcPct val="0"/>
              </a:spcBef>
              <a:spcAft>
                <a:spcPct val="0"/>
              </a:spcAft>
              <a:buNone/>
              <a:defRPr sz="5800" b="0" spc="0">
                <a:solidFill>
                  <a:schemeClr val="accent1"/>
                </a:solidFill>
              </a:defRPr>
            </a:lvl1pPr>
          </a:lstStyle>
          <a:p>
            <a:pPr lvl="0"/>
            <a:r>
              <a:rPr lang="zh-CN" altLang="en-US" smtClean="0"/>
              <a:t>04</a:t>
            </a:r>
            <a:endParaRPr lang="zh-CN" altLang="en-US" smtClean="0"/>
          </a:p>
        </p:txBody>
      </p:sp>
      <p:sp>
        <p:nvSpPr>
          <p:cNvPr id="18" name="文本占位符 17"/>
          <p:cNvSpPr>
            <a:spLocks noGrp="1"/>
          </p:cNvSpPr>
          <p:nvPr>
            <p:ph type="body" idx="16392" hasCustomPrompt="1"/>
            <p:custDataLst>
              <p:tags r:id="rId14"/>
            </p:custDataLst>
          </p:nvPr>
        </p:nvSpPr>
        <p:spPr>
          <a:xfrm>
            <a:off x="7721600" y="4381500"/>
            <a:ext cx="3556000" cy="15240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多列图标配文_3项">
    <p:spTree>
      <p:nvGrpSpPr>
        <p:cNvPr id="1" name=""/>
        <p:cNvGrpSpPr/>
        <p:nvPr/>
      </p:nvGrpSpPr>
      <p:grpSpPr>
        <a:xfrm>
          <a:off x="0" y="0"/>
          <a:ext cx="0" cy="0"/>
          <a:chOff x="0" y="0"/>
          <a:chExt cx="0" cy="0"/>
        </a:xfrm>
      </p:grpSpPr>
      <p:sp>
        <p:nvSpPr>
          <p:cNvPr id="6" name="标题 5"/>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7" name="图片占位符 6"/>
          <p:cNvSpPr>
            <a:spLocks noGrp="1"/>
          </p:cNvSpPr>
          <p:nvPr>
            <p:ph type="pic" idx="16392" hasCustomPrompt="1"/>
            <p:custDataLst>
              <p:tags r:id="rId3"/>
            </p:custDataLst>
          </p:nvPr>
        </p:nvSpPr>
        <p:spPr>
          <a:xfrm>
            <a:off x="1473200" y="1803400"/>
            <a:ext cx="1524000" cy="15240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8" name="文本占位符 7"/>
          <p:cNvSpPr>
            <a:spLocks noGrp="1"/>
          </p:cNvSpPr>
          <p:nvPr>
            <p:ph type="body" idx="16386" hasCustomPrompt="1"/>
            <p:custDataLst>
              <p:tags r:id="rId4"/>
            </p:custDataLst>
          </p:nvPr>
        </p:nvSpPr>
        <p:spPr>
          <a:xfrm>
            <a:off x="609600" y="3581400"/>
            <a:ext cx="32512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9" name="文本占位符 8"/>
          <p:cNvSpPr>
            <a:spLocks noGrp="1"/>
          </p:cNvSpPr>
          <p:nvPr>
            <p:ph type="body" idx="16387" hasCustomPrompt="1"/>
            <p:custDataLst>
              <p:tags r:id="rId5"/>
            </p:custDataLst>
          </p:nvPr>
        </p:nvSpPr>
        <p:spPr>
          <a:xfrm>
            <a:off x="609600" y="4140200"/>
            <a:ext cx="3251200" cy="18288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0" name="图片占位符 9"/>
          <p:cNvSpPr>
            <a:spLocks noGrp="1"/>
          </p:cNvSpPr>
          <p:nvPr>
            <p:ph type="pic" idx="16393" hasCustomPrompt="1"/>
            <p:custDataLst>
              <p:tags r:id="rId6"/>
            </p:custDataLst>
          </p:nvPr>
        </p:nvSpPr>
        <p:spPr>
          <a:xfrm>
            <a:off x="5334000" y="1803400"/>
            <a:ext cx="1524000" cy="15240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1" name="文本占位符 10"/>
          <p:cNvSpPr>
            <a:spLocks noGrp="1"/>
          </p:cNvSpPr>
          <p:nvPr>
            <p:ph type="body" idx="16388" hasCustomPrompt="1"/>
            <p:custDataLst>
              <p:tags r:id="rId7"/>
            </p:custDataLst>
          </p:nvPr>
        </p:nvSpPr>
        <p:spPr>
          <a:xfrm>
            <a:off x="4470400" y="3581400"/>
            <a:ext cx="32512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2" name="文本占位符 11"/>
          <p:cNvSpPr>
            <a:spLocks noGrp="1"/>
          </p:cNvSpPr>
          <p:nvPr>
            <p:ph type="body" idx="16389" hasCustomPrompt="1"/>
            <p:custDataLst>
              <p:tags r:id="rId8"/>
            </p:custDataLst>
          </p:nvPr>
        </p:nvSpPr>
        <p:spPr>
          <a:xfrm>
            <a:off x="4470400" y="4140200"/>
            <a:ext cx="3251200" cy="18288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3" name="图片占位符 12"/>
          <p:cNvSpPr>
            <a:spLocks noGrp="1"/>
          </p:cNvSpPr>
          <p:nvPr>
            <p:ph type="pic" idx="16394" hasCustomPrompt="1"/>
            <p:custDataLst>
              <p:tags r:id="rId9"/>
            </p:custDataLst>
          </p:nvPr>
        </p:nvSpPr>
        <p:spPr>
          <a:xfrm>
            <a:off x="9194800" y="1803400"/>
            <a:ext cx="1524000" cy="1524000"/>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zh-CN" altLang="en-US"/>
              <a:t> </a:t>
            </a:r>
            <a:endParaRPr lang="zh-CN" altLang="en-US"/>
          </a:p>
        </p:txBody>
      </p:sp>
      <p:sp>
        <p:nvSpPr>
          <p:cNvPr id="14" name="文本占位符 13"/>
          <p:cNvSpPr>
            <a:spLocks noGrp="1"/>
          </p:cNvSpPr>
          <p:nvPr>
            <p:ph type="body" idx="16390" hasCustomPrompt="1"/>
            <p:custDataLst>
              <p:tags r:id="rId10"/>
            </p:custDataLst>
          </p:nvPr>
        </p:nvSpPr>
        <p:spPr>
          <a:xfrm>
            <a:off x="8331200" y="3581400"/>
            <a:ext cx="3251200" cy="406400"/>
          </a:xfrm>
          <a:noFill/>
        </p:spPr>
        <p:txBody>
          <a:bodyPr lIns="0" tIns="0" rIns="0" bIns="0" anchor="t">
            <a:normAutofit/>
          </a:bodyPr>
          <a:lstStyle>
            <a:lvl1pPr marL="0" indent="0" algn="ctr">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5" name="文本占位符 14"/>
          <p:cNvSpPr>
            <a:spLocks noGrp="1"/>
          </p:cNvSpPr>
          <p:nvPr>
            <p:ph type="body" idx="16391" hasCustomPrompt="1"/>
            <p:custDataLst>
              <p:tags r:id="rId11"/>
            </p:custDataLst>
          </p:nvPr>
        </p:nvSpPr>
        <p:spPr>
          <a:xfrm>
            <a:off x="8331200" y="4140200"/>
            <a:ext cx="3251200" cy="1828800"/>
          </a:xfrm>
          <a:noFill/>
        </p:spPr>
        <p:txBody>
          <a:bodyPr lIns="0" tIns="0" rIns="0" bIns="0" anchor="t">
            <a:normAutofit/>
          </a:bodyPr>
          <a:lstStyle>
            <a:lvl1pPr marL="0" indent="0" algn="ctr">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内容右多文_3项">
    <p:spTree>
      <p:nvGrpSpPr>
        <p:cNvPr id="1" name=""/>
        <p:cNvGrpSpPr/>
        <p:nvPr/>
      </p:nvGrpSpPr>
      <p:grpSpPr>
        <a:xfrm>
          <a:off x="0" y="0"/>
          <a:ext cx="0" cy="0"/>
          <a:chOff x="0" y="0"/>
          <a:chExt cx="0" cy="0"/>
        </a:xfrm>
      </p:grpSpPr>
      <p:sp>
        <p:nvSpPr>
          <p:cNvPr id="6" name="标题 5"/>
          <p:cNvSpPr>
            <a:spLocks noGrp="1"/>
          </p:cNvSpPr>
          <p:nvPr>
            <p:ph type="ctrTitle" idx="16385" hasCustomPrompt="1"/>
            <p:custDataLst>
              <p:tags r:id="rId2"/>
            </p:custDataLst>
          </p:nvPr>
        </p:nvSpPr>
        <p:spPr>
          <a:xfrm>
            <a:off x="609600" y="533400"/>
            <a:ext cx="10972800" cy="609600"/>
          </a:xfrm>
          <a:noFill/>
        </p:spPr>
        <p:txBody>
          <a:bodyPr lIns="0" tIns="0" rIns="0" bIns="0" anchor="t">
            <a:normAutofit/>
          </a:bodyPr>
          <a:lstStyle>
            <a:lvl1pPr marL="0" indent="0" algn="l">
              <a:lnSpc>
                <a:spcPct val="111000"/>
              </a:lnSpc>
              <a:spcBef>
                <a:spcPct val="0"/>
              </a:spcBef>
              <a:spcAft>
                <a:spcPct val="0"/>
              </a:spcAft>
              <a:buNone/>
              <a:defRPr sz="3600" b="0" spc="0">
                <a:solidFill>
                  <a:schemeClr val="tx1"/>
                </a:solidFill>
              </a:defRPr>
            </a:lvl1pPr>
          </a:lstStyle>
          <a:p>
            <a:r>
              <a:rPr lang="zh-CN" altLang="en-US"/>
              <a:t>单击此处添加标题</a:t>
            </a:r>
            <a:endParaRPr lang="zh-CN" altLang="en-US"/>
          </a:p>
        </p:txBody>
      </p:sp>
      <p:sp>
        <p:nvSpPr>
          <p:cNvPr id="7" name="内容占位符 6"/>
          <p:cNvSpPr>
            <a:spLocks noGrp="1"/>
          </p:cNvSpPr>
          <p:nvPr>
            <p:ph idx="16392" hasCustomPrompt="1"/>
            <p:custDataLst>
              <p:tags r:id="rId3"/>
            </p:custDataLst>
          </p:nvPr>
        </p:nvSpPr>
        <p:spPr>
          <a:xfrm>
            <a:off x="609600" y="1524000"/>
            <a:ext cx="5486400" cy="4724400"/>
          </a:xfrm>
          <a:custGeom>
            <a:avLst/>
            <a:gdLst>
              <a:gd name="connisteX0" fmla="*/ 0 w 5486400"/>
              <a:gd name="connsiteY0" fmla="*/ 203200 h 4724400"/>
              <a:gd name="connisteX1" fmla="*/ 203200 w 5486400"/>
              <a:gd name="connsiteY1" fmla="*/ 0 h 4724400"/>
              <a:gd name="connisteX2" fmla="*/ 5283200 w 5486400"/>
              <a:gd name="connsiteY2" fmla="*/ 0 h 4724400"/>
              <a:gd name="connisteX3" fmla="*/ 5486400 w 5486400"/>
              <a:gd name="connsiteY3" fmla="*/ 203200 h 4724400"/>
              <a:gd name="connisteX4" fmla="*/ 5486400 w 5486400"/>
              <a:gd name="connsiteY4" fmla="*/ 4521200 h 4724400"/>
              <a:gd name="connisteX5" fmla="*/ 5283200 w 5486400"/>
              <a:gd name="connsiteY5" fmla="*/ 4724400 h 4724400"/>
              <a:gd name="connisteX6" fmla="*/ 203200 w 5486400"/>
              <a:gd name="connsiteY6" fmla="*/ 4724400 h 4724400"/>
              <a:gd name="connisteX7" fmla="*/ 0 w 5486400"/>
              <a:gd name="connsiteY7" fmla="*/ 4521200 h 4724400"/>
              <a:gd name="connisteX8" fmla="*/ 0 w 5486400"/>
              <a:gd name="connsiteY8" fmla="*/ 203200 h 47244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5486400" h="4724400">
                <a:moveTo>
                  <a:pt x="0" y="203200"/>
                </a:moveTo>
                <a:cubicBezTo>
                  <a:pt x="0" y="90976"/>
                  <a:pt x="90976" y="0"/>
                  <a:pt x="203200" y="0"/>
                </a:cubicBezTo>
                <a:lnTo>
                  <a:pt x="5283200" y="0"/>
                </a:lnTo>
                <a:cubicBezTo>
                  <a:pt x="5395424" y="0"/>
                  <a:pt x="5486400" y="90976"/>
                  <a:pt x="5486400" y="203200"/>
                </a:cubicBezTo>
                <a:lnTo>
                  <a:pt x="5486400" y="4521200"/>
                </a:lnTo>
                <a:cubicBezTo>
                  <a:pt x="5486400" y="4633424"/>
                  <a:pt x="5395424" y="4724400"/>
                  <a:pt x="5283200" y="4724400"/>
                </a:cubicBezTo>
                <a:lnTo>
                  <a:pt x="203200" y="4724400"/>
                </a:lnTo>
                <a:cubicBezTo>
                  <a:pt x="90976" y="4724400"/>
                  <a:pt x="0" y="4633424"/>
                  <a:pt x="0" y="4521200"/>
                </a:cubicBezTo>
                <a:lnTo>
                  <a:pt x="0" y="203200"/>
                </a:lnTo>
                <a:close/>
              </a:path>
            </a:pathLst>
          </a:custGeom>
          <a:solidFill>
            <a:srgbClr val="DDDDDD"/>
          </a:solidFill>
          <a:ln>
            <a:noFill/>
          </a:ln>
        </p:spPr>
        <p:txBody>
          <a:bodyPr>
            <a:norm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8" name="文本占位符 7"/>
          <p:cNvSpPr>
            <a:spLocks noGrp="1"/>
          </p:cNvSpPr>
          <p:nvPr>
            <p:ph type="body" idx="16386" hasCustomPrompt="1"/>
            <p:custDataLst>
              <p:tags r:id="rId4"/>
            </p:custDataLst>
          </p:nvPr>
        </p:nvSpPr>
        <p:spPr>
          <a:xfrm>
            <a:off x="6553200" y="1524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9" name="文本占位符 8"/>
          <p:cNvSpPr>
            <a:spLocks noGrp="1"/>
          </p:cNvSpPr>
          <p:nvPr>
            <p:ph type="body" idx="16387" hasCustomPrompt="1"/>
            <p:custDataLst>
              <p:tags r:id="rId5"/>
            </p:custDataLst>
          </p:nvPr>
        </p:nvSpPr>
        <p:spPr>
          <a:xfrm>
            <a:off x="6553200" y="2082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0" name="文本占位符 9"/>
          <p:cNvSpPr>
            <a:spLocks noGrp="1"/>
          </p:cNvSpPr>
          <p:nvPr>
            <p:ph type="body" idx="16388" hasCustomPrompt="1"/>
            <p:custDataLst>
              <p:tags r:id="rId6"/>
            </p:custDataLst>
          </p:nvPr>
        </p:nvSpPr>
        <p:spPr>
          <a:xfrm>
            <a:off x="6553200" y="3302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1" name="文本占位符 10"/>
          <p:cNvSpPr>
            <a:spLocks noGrp="1"/>
          </p:cNvSpPr>
          <p:nvPr>
            <p:ph type="body" idx="16389" hasCustomPrompt="1"/>
            <p:custDataLst>
              <p:tags r:id="rId7"/>
            </p:custDataLst>
          </p:nvPr>
        </p:nvSpPr>
        <p:spPr>
          <a:xfrm>
            <a:off x="6553200" y="3860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
        <p:nvSpPr>
          <p:cNvPr id="12" name="文本占位符 11"/>
          <p:cNvSpPr>
            <a:spLocks noGrp="1"/>
          </p:cNvSpPr>
          <p:nvPr>
            <p:ph type="body" idx="16390" hasCustomPrompt="1"/>
            <p:custDataLst>
              <p:tags r:id="rId8"/>
            </p:custDataLst>
          </p:nvPr>
        </p:nvSpPr>
        <p:spPr>
          <a:xfrm>
            <a:off x="6553200" y="5080000"/>
            <a:ext cx="5029200" cy="406400"/>
          </a:xfrm>
          <a:noFill/>
        </p:spPr>
        <p:txBody>
          <a:bodyPr lIns="0" tIns="0" rIns="0" bIns="0" anchor="t">
            <a:normAutofit/>
          </a:bodyPr>
          <a:lstStyle>
            <a:lvl1pPr marL="0" indent="0" algn="l">
              <a:lnSpc>
                <a:spcPct val="111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3" name="文本占位符 12"/>
          <p:cNvSpPr>
            <a:spLocks noGrp="1"/>
          </p:cNvSpPr>
          <p:nvPr>
            <p:ph type="body" idx="16391" hasCustomPrompt="1"/>
            <p:custDataLst>
              <p:tags r:id="rId9"/>
            </p:custDataLst>
          </p:nvPr>
        </p:nvSpPr>
        <p:spPr>
          <a:xfrm>
            <a:off x="6553200" y="5638800"/>
            <a:ext cx="5029200" cy="609600"/>
          </a:xfrm>
          <a:noFill/>
        </p:spPr>
        <p:txBody>
          <a:bodyPr lIns="0" tIns="0" rIns="0" bIns="0" anchor="t">
            <a:normAutofit/>
          </a:bodyPr>
          <a:lstStyle>
            <a:lvl1pPr marL="0" indent="0" algn="l">
              <a:lnSpc>
                <a:spcPct val="125000"/>
              </a:lnSpc>
              <a:spcBef>
                <a:spcPct val="0"/>
              </a:spcBef>
              <a:spcAft>
                <a:spcPct val="0"/>
              </a:spcAft>
              <a:buNone/>
              <a:defRPr sz="1600" b="0" spc="0">
                <a:solidFill>
                  <a:schemeClr val="tx1"/>
                </a:solidFill>
              </a:defRPr>
            </a:lvl1pPr>
          </a:lstStyle>
          <a:p>
            <a:pPr lvl="0"/>
            <a:r>
              <a:rPr lang="zh-CN" altLang="en-US" smtClean="0"/>
              <a:t>单击此处添加项正文</a:t>
            </a:r>
            <a:endParaRPr lang="zh-CN" altLang="en-US" smtClean="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33683" y="855597"/>
            <a:ext cx="12238383" cy="97569"/>
          </a:xfrm>
          <a:prstGeom prst="rect">
            <a:avLst/>
          </a:prstGeom>
          <a:solidFill>
            <a:srgbClr val="1A54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l="6917" t="35967" r="12989" b="40544"/>
          <a:stretch>
            <a:fillRect/>
          </a:stretch>
        </p:blipFill>
        <p:spPr>
          <a:xfrm>
            <a:off x="8869988" y="100321"/>
            <a:ext cx="3085316" cy="639384"/>
          </a:xfrm>
          <a:prstGeom prst="rect">
            <a:avLst/>
          </a:prstGeom>
        </p:spPr>
      </p:pic>
      <p:sp>
        <p:nvSpPr>
          <p:cNvPr id="5" name="文本框 4"/>
          <p:cNvSpPr txBox="1"/>
          <p:nvPr/>
        </p:nvSpPr>
        <p:spPr>
          <a:xfrm>
            <a:off x="1781810" y="1824990"/>
            <a:ext cx="8806815" cy="768350"/>
          </a:xfrm>
          <a:prstGeom prst="rect">
            <a:avLst/>
          </a:prstGeom>
        </p:spPr>
        <p:txBody>
          <a:bodyPr wrap="square">
            <a:spAutoFit/>
          </a:bodyPr>
          <a:p>
            <a:pPr marL="0" indent="0" algn="ctr"/>
            <a:r>
              <a:rPr lang="en-US" sz="4400" b="1" i="0">
                <a:latin typeface="微软雅黑" panose="020B0503020204020204" charset="-122"/>
                <a:ea typeface="微软雅黑" panose="020B0503020204020204" charset="-122"/>
              </a:rPr>
              <a:t>Project2 Report</a:t>
            </a:r>
            <a:endParaRPr lang="en-US" sz="4400" b="1" i="0">
              <a:latin typeface="微软雅黑" panose="020B0503020204020204" charset="-122"/>
              <a:ea typeface="微软雅黑" panose="020B0503020204020204" charset="-122"/>
            </a:endParaRPr>
          </a:p>
        </p:txBody>
      </p:sp>
      <p:sp>
        <p:nvSpPr>
          <p:cNvPr id="7" name="文本框 6"/>
          <p:cNvSpPr txBox="1"/>
          <p:nvPr/>
        </p:nvSpPr>
        <p:spPr>
          <a:xfrm>
            <a:off x="2385695" y="3754755"/>
            <a:ext cx="7399020" cy="398780"/>
          </a:xfrm>
          <a:prstGeom prst="rect">
            <a:avLst/>
          </a:prstGeom>
          <a:noFill/>
        </p:spPr>
        <p:txBody>
          <a:bodyPr wrap="square" rtlCol="0" anchor="t">
            <a:spAutoFit/>
          </a:bodyPr>
          <a:p>
            <a:pPr marL="0" indent="0" algn="ctr"/>
            <a:r>
              <a:rPr lang="en-US" sz="2000">
                <a:latin typeface="微软雅黑" panose="020B0503020204020204" charset="-122"/>
                <a:ea typeface="微软雅黑" panose="020B0503020204020204" charset="-122"/>
                <a:sym typeface="+mn-ea"/>
              </a:rPr>
              <a:t>12312515</a:t>
            </a:r>
            <a:r>
              <a:rPr lang="zh-CN" altLang="en-US" sz="2000">
                <a:latin typeface="微软雅黑" panose="020B0503020204020204" charset="-122"/>
                <a:ea typeface="微软雅黑" panose="020B0503020204020204" charset="-122"/>
                <a:sym typeface="+mn-ea"/>
              </a:rPr>
              <a:t>王洛源</a:t>
            </a:r>
            <a:endParaRPr lang="zh-CN" altLang="en-US" sz="2000">
              <a:latin typeface="微软雅黑" panose="020B0503020204020204" charset="-122"/>
              <a:ea typeface="微软雅黑" panose="020B0503020204020204" charset="-122"/>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33683" y="855597"/>
            <a:ext cx="12238383" cy="97569"/>
          </a:xfrm>
          <a:prstGeom prst="rect">
            <a:avLst/>
          </a:prstGeom>
          <a:solidFill>
            <a:srgbClr val="1A54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l="6917" t="35967" r="12989" b="40544"/>
          <a:stretch>
            <a:fillRect/>
          </a:stretch>
        </p:blipFill>
        <p:spPr>
          <a:xfrm>
            <a:off x="8869988" y="100321"/>
            <a:ext cx="3085316" cy="639384"/>
          </a:xfrm>
          <a:prstGeom prst="rect">
            <a:avLst/>
          </a:prstGeom>
        </p:spPr>
      </p:pic>
      <p:sp>
        <p:nvSpPr>
          <p:cNvPr id="7" name="文本框 6"/>
          <p:cNvSpPr txBox="1"/>
          <p:nvPr/>
        </p:nvSpPr>
        <p:spPr>
          <a:xfrm>
            <a:off x="366395" y="1124585"/>
            <a:ext cx="1222375" cy="829945"/>
          </a:xfrm>
          <a:prstGeom prst="rect">
            <a:avLst/>
          </a:prstGeom>
          <a:noFill/>
        </p:spPr>
        <p:txBody>
          <a:bodyPr wrap="square" rtlCol="0">
            <a:spAutoFit/>
          </a:bodyPr>
          <a:p>
            <a:r>
              <a:rPr lang="en-US" altLang="zh-CN" sz="4800" b="1">
                <a:sym typeface="+mn-ea"/>
              </a:rPr>
              <a:t>Q1</a:t>
            </a:r>
            <a:endParaRPr lang="en-US" altLang="zh-CN" sz="4800" b="1"/>
          </a:p>
        </p:txBody>
      </p:sp>
      <p:sp>
        <p:nvSpPr>
          <p:cNvPr id="8" name="文本框 7"/>
          <p:cNvSpPr txBox="1"/>
          <p:nvPr/>
        </p:nvSpPr>
        <p:spPr>
          <a:xfrm>
            <a:off x="366395" y="2042795"/>
            <a:ext cx="11013440" cy="2676525"/>
          </a:xfrm>
          <a:prstGeom prst="rect">
            <a:avLst/>
          </a:prstGeom>
          <a:noFill/>
        </p:spPr>
        <p:txBody>
          <a:bodyPr wrap="square" rtlCol="0">
            <a:spAutoFit/>
          </a:bodyPr>
          <a:p>
            <a:r>
              <a:rPr lang="zh-CN" altLang="en-US" sz="2400"/>
              <a:t>关于数据集</a:t>
            </a:r>
            <a:r>
              <a:rPr lang="en-US" altLang="zh-CN" sz="2400"/>
              <a:t> DataMind-12K</a:t>
            </a:r>
            <a:r>
              <a:rPr lang="zh-CN" altLang="en-US" sz="2400"/>
              <a:t>：</a:t>
            </a:r>
            <a:r>
              <a:rPr lang="zh-CN" altLang="en-US"/>
              <a:t>由浙江大学 </a:t>
            </a:r>
            <a:r>
              <a:rPr lang="en-US" altLang="zh-CN"/>
              <a:t>NLP </a:t>
            </a:r>
            <a:r>
              <a:rPr lang="zh-CN" altLang="en-US"/>
              <a:t>团队等机构提出，旨在解决开源大语言模型在面对大规模文件和多步骤数据推理时能力不足的问题。</a:t>
            </a:r>
            <a:endParaRPr lang="zh-CN" altLang="en-US"/>
          </a:p>
          <a:p>
            <a:endParaRPr lang="zh-CN" altLang="en-US"/>
          </a:p>
          <a:p>
            <a:r>
              <a:rPr lang="en-US" altLang="zh-CN"/>
              <a:t>DataMind-12k </a:t>
            </a:r>
            <a:r>
              <a:rPr lang="zh-CN" altLang="en-US"/>
              <a:t>数据的主要特点：多轮交互的推理轨迹。数据包含了智能体面对问题时的逻辑推理、代码编写、代码执行结果以及根据报错进行自我修正的完整过程，支持跨多种数据文件格式，涵盖了多样化的任务类别和不同领域的真实业务/科学数据场景。</a:t>
            </a:r>
            <a:endParaRPr lang="en-US" altLang="zh-CN"/>
          </a:p>
          <a:p>
            <a:endParaRPr lang="en-US" altLang="zh-CN"/>
          </a:p>
          <a:p>
            <a:r>
              <a:rPr lang="zh-CN" altLang="en-US"/>
              <a:t>该数据集大小仅为</a:t>
            </a:r>
            <a:r>
              <a:rPr lang="en-US" altLang="zh-CN"/>
              <a:t>12000</a:t>
            </a:r>
            <a:r>
              <a:rPr lang="zh-CN" altLang="en-US"/>
              <a:t>条，相比于动辄百亿 </a:t>
            </a:r>
            <a:r>
              <a:rPr lang="en-US" altLang="zh-CN"/>
              <a:t>token </a:t>
            </a:r>
            <a:r>
              <a:rPr lang="zh-CN" altLang="en-US"/>
              <a:t>的预训练数据集，</a:t>
            </a:r>
            <a:r>
              <a:rPr lang="en-US" altLang="zh-CN"/>
              <a:t>DataMind-12k </a:t>
            </a:r>
            <a:r>
              <a:rPr lang="zh-CN" altLang="en-US"/>
              <a:t>属于小而精的微调数据集，其成功也证明了模型可以通过少量高质量、结构化的多步推理示例，极大地激发其数据分析潜力。</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33683" y="855597"/>
            <a:ext cx="12238383" cy="97569"/>
          </a:xfrm>
          <a:prstGeom prst="rect">
            <a:avLst/>
          </a:prstGeom>
          <a:solidFill>
            <a:srgbClr val="1A54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l="6917" t="35967" r="12989" b="40544"/>
          <a:stretch>
            <a:fillRect/>
          </a:stretch>
        </p:blipFill>
        <p:spPr>
          <a:xfrm>
            <a:off x="8869988" y="100321"/>
            <a:ext cx="3085316" cy="639384"/>
          </a:xfrm>
          <a:prstGeom prst="rect">
            <a:avLst/>
          </a:prstGeom>
        </p:spPr>
      </p:pic>
      <p:sp>
        <p:nvSpPr>
          <p:cNvPr id="7" name="文本框 6"/>
          <p:cNvSpPr txBox="1"/>
          <p:nvPr/>
        </p:nvSpPr>
        <p:spPr>
          <a:xfrm>
            <a:off x="366395" y="1124585"/>
            <a:ext cx="1222375" cy="829945"/>
          </a:xfrm>
          <a:prstGeom prst="rect">
            <a:avLst/>
          </a:prstGeom>
          <a:noFill/>
        </p:spPr>
        <p:txBody>
          <a:bodyPr wrap="square" rtlCol="0">
            <a:spAutoFit/>
          </a:bodyPr>
          <a:p>
            <a:r>
              <a:rPr lang="en-US" altLang="zh-CN" sz="4800" b="1">
                <a:sym typeface="+mn-ea"/>
              </a:rPr>
              <a:t>Q1</a:t>
            </a:r>
            <a:endParaRPr lang="en-US" altLang="zh-CN" sz="4800" b="1"/>
          </a:p>
        </p:txBody>
      </p:sp>
      <p:sp>
        <p:nvSpPr>
          <p:cNvPr id="2" name="文本框 1"/>
          <p:cNvSpPr txBox="1"/>
          <p:nvPr/>
        </p:nvSpPr>
        <p:spPr>
          <a:xfrm>
            <a:off x="495935" y="2250440"/>
            <a:ext cx="10450195" cy="3692525"/>
          </a:xfrm>
          <a:prstGeom prst="rect">
            <a:avLst/>
          </a:prstGeom>
          <a:noFill/>
        </p:spPr>
        <p:txBody>
          <a:bodyPr wrap="square" rtlCol="0">
            <a:spAutoFit/>
          </a:bodyPr>
          <a:p>
            <a:r>
              <a:rPr lang="zh-CN" altLang="en-US" sz="2400"/>
              <a:t>三种筛选方案：</a:t>
            </a:r>
            <a:endParaRPr lang="zh-CN" altLang="en-US" sz="2400"/>
          </a:p>
          <a:p>
            <a:endParaRPr lang="zh-CN" altLang="en-US" sz="2400"/>
          </a:p>
          <a:p>
            <a:r>
              <a:rPr lang="en-US" altLang="zh-CN" sz="2000"/>
              <a:t>1.</a:t>
            </a:r>
            <a:r>
              <a:rPr lang="zh-CN" altLang="en-US" sz="2000"/>
              <a:t>质量筛选：</a:t>
            </a:r>
            <a:r>
              <a:rPr lang="zh-CN" altLang="en-US"/>
              <a:t>综述中提到很多 </a:t>
            </a:r>
            <a:r>
              <a:rPr lang="en-US" altLang="zh-CN"/>
              <a:t>instruction </a:t>
            </a:r>
            <a:r>
              <a:rPr lang="zh-CN" altLang="en-US"/>
              <a:t>选择方法已经转向自动质量评分、错误回答过滤、强模型打分，在本项目中，这一选择方法可以通过先正则，再调用模型二次筛选来完成。</a:t>
            </a:r>
            <a:endParaRPr lang="zh-CN" altLang="en-US"/>
          </a:p>
          <a:p>
            <a:endParaRPr lang="zh-CN" altLang="en-US"/>
          </a:p>
          <a:p>
            <a:r>
              <a:rPr lang="zh-CN" altLang="en-US" sz="2000"/>
              <a:t>2. 复杂度/难度筛选：</a:t>
            </a:r>
            <a:r>
              <a:rPr lang="zh-CN" altLang="en-US"/>
              <a:t>对于生成式数据代理系统而言，体系的核心是多步推理、分析流程和代码执行链。因此训练数据需要有一定的难度和复杂度。这一选择方法可以通过优先保留多步骤任务，或带公式推导、统计分析等的数据，降低一问一答的简单样本比例来实现。</a:t>
            </a:r>
            <a:endParaRPr lang="zh-CN" altLang="en-US"/>
          </a:p>
          <a:p>
            <a:endParaRPr lang="zh-CN" altLang="en-US"/>
          </a:p>
          <a:p>
            <a:r>
              <a:rPr lang="zh-CN" altLang="en-US" sz="2000"/>
              <a:t>3. 多样性选择：</a:t>
            </a:r>
            <a:r>
              <a:rPr lang="zh-CN" altLang="en-US"/>
              <a:t>阅读材料提到对于类似本项目的任务而言，训练数据需要更宽的任务覆盖和形式覆盖，模型才更能泛化到真实用户问题。这一选择方法可以通过按任务类别或者输出形式分层采样实现。</a:t>
            </a:r>
            <a:endParaRPr lang="zh-CN" altLang="en-US"/>
          </a:p>
          <a:p>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33683" y="855597"/>
            <a:ext cx="12238383" cy="97569"/>
          </a:xfrm>
          <a:prstGeom prst="rect">
            <a:avLst/>
          </a:prstGeom>
          <a:solidFill>
            <a:srgbClr val="1A54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l="6917" t="35967" r="12989" b="40544"/>
          <a:stretch>
            <a:fillRect/>
          </a:stretch>
        </p:blipFill>
        <p:spPr>
          <a:xfrm>
            <a:off x="8869988" y="100321"/>
            <a:ext cx="3085316" cy="639384"/>
          </a:xfrm>
          <a:prstGeom prst="rect">
            <a:avLst/>
          </a:prstGeom>
        </p:spPr>
      </p:pic>
      <p:sp>
        <p:nvSpPr>
          <p:cNvPr id="7" name="文本框 6"/>
          <p:cNvSpPr txBox="1"/>
          <p:nvPr/>
        </p:nvSpPr>
        <p:spPr>
          <a:xfrm>
            <a:off x="366395" y="1124585"/>
            <a:ext cx="1222375" cy="829945"/>
          </a:xfrm>
          <a:prstGeom prst="rect">
            <a:avLst/>
          </a:prstGeom>
          <a:noFill/>
        </p:spPr>
        <p:txBody>
          <a:bodyPr wrap="square" rtlCol="0">
            <a:spAutoFit/>
          </a:bodyPr>
          <a:p>
            <a:r>
              <a:rPr lang="en-US" altLang="zh-CN" sz="4800" b="1">
                <a:sym typeface="+mn-ea"/>
              </a:rPr>
              <a:t>Q1</a:t>
            </a:r>
            <a:endParaRPr lang="en-US" altLang="zh-CN" sz="4800" b="1"/>
          </a:p>
        </p:txBody>
      </p:sp>
      <p:pic>
        <p:nvPicPr>
          <p:cNvPr id="2" name="图片 1"/>
          <p:cNvPicPr>
            <a:picLocks noChangeAspect="1"/>
          </p:cNvPicPr>
          <p:nvPr/>
        </p:nvPicPr>
        <p:blipFill>
          <a:blip r:embed="rId2"/>
          <a:stretch>
            <a:fillRect/>
          </a:stretch>
        </p:blipFill>
        <p:spPr>
          <a:xfrm>
            <a:off x="421005" y="2125980"/>
            <a:ext cx="5965190" cy="3543935"/>
          </a:xfrm>
          <a:prstGeom prst="rect">
            <a:avLst/>
          </a:prstGeom>
        </p:spPr>
      </p:pic>
      <p:sp>
        <p:nvSpPr>
          <p:cNvPr id="3" name="文本框 2"/>
          <p:cNvSpPr txBox="1"/>
          <p:nvPr/>
        </p:nvSpPr>
        <p:spPr>
          <a:xfrm>
            <a:off x="6384290" y="2050415"/>
            <a:ext cx="4963160" cy="1198880"/>
          </a:xfrm>
          <a:prstGeom prst="rect">
            <a:avLst/>
          </a:prstGeom>
          <a:noFill/>
        </p:spPr>
        <p:txBody>
          <a:bodyPr wrap="square" rtlCol="0">
            <a:spAutoFit/>
          </a:bodyPr>
          <a:p>
            <a:r>
              <a:rPr lang="zh-CN" altLang="en-US"/>
              <a:t>筛选结果：正则并未过滤太多数据，原数据集质量相当高</a:t>
            </a:r>
            <a:endParaRPr lang="zh-CN" altLang="en-US"/>
          </a:p>
          <a:p>
            <a:endParaRPr lang="zh-CN" altLang="en-US"/>
          </a:p>
          <a:p>
            <a:r>
              <a:rPr lang="zh-CN" altLang="en-US"/>
              <a:t>可以调用模型，但小模型能力有限</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33683" y="855597"/>
            <a:ext cx="12238383" cy="97569"/>
          </a:xfrm>
          <a:prstGeom prst="rect">
            <a:avLst/>
          </a:prstGeom>
          <a:solidFill>
            <a:srgbClr val="1A54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l="6917" t="35967" r="12989" b="40544"/>
          <a:stretch>
            <a:fillRect/>
          </a:stretch>
        </p:blipFill>
        <p:spPr>
          <a:xfrm>
            <a:off x="8869988" y="100321"/>
            <a:ext cx="3085316" cy="639384"/>
          </a:xfrm>
          <a:prstGeom prst="rect">
            <a:avLst/>
          </a:prstGeom>
        </p:spPr>
      </p:pic>
      <p:sp>
        <p:nvSpPr>
          <p:cNvPr id="7" name="文本框 6"/>
          <p:cNvSpPr txBox="1"/>
          <p:nvPr/>
        </p:nvSpPr>
        <p:spPr>
          <a:xfrm>
            <a:off x="366395" y="1124585"/>
            <a:ext cx="1222375" cy="829945"/>
          </a:xfrm>
          <a:prstGeom prst="rect">
            <a:avLst/>
          </a:prstGeom>
          <a:noFill/>
        </p:spPr>
        <p:txBody>
          <a:bodyPr wrap="square" rtlCol="0">
            <a:spAutoFit/>
          </a:bodyPr>
          <a:p>
            <a:r>
              <a:rPr lang="en-US" altLang="zh-CN" sz="4800" b="1">
                <a:sym typeface="+mn-ea"/>
              </a:rPr>
              <a:t>Q1</a:t>
            </a:r>
            <a:endParaRPr lang="en-US" altLang="zh-CN" sz="4800" b="1"/>
          </a:p>
        </p:txBody>
      </p:sp>
      <p:pic>
        <p:nvPicPr>
          <p:cNvPr id="2" name="图片 1"/>
          <p:cNvPicPr>
            <a:picLocks noChangeAspect="1"/>
          </p:cNvPicPr>
          <p:nvPr/>
        </p:nvPicPr>
        <p:blipFill>
          <a:blip r:embed="rId2"/>
          <a:stretch>
            <a:fillRect/>
          </a:stretch>
        </p:blipFill>
        <p:spPr>
          <a:xfrm>
            <a:off x="366395" y="2310765"/>
            <a:ext cx="9010650" cy="1555750"/>
          </a:xfrm>
          <a:prstGeom prst="rect">
            <a:avLst/>
          </a:prstGeom>
        </p:spPr>
      </p:pic>
      <p:sp>
        <p:nvSpPr>
          <p:cNvPr id="3" name="文本框 2"/>
          <p:cNvSpPr txBox="1"/>
          <p:nvPr/>
        </p:nvSpPr>
        <p:spPr>
          <a:xfrm>
            <a:off x="518160" y="4124325"/>
            <a:ext cx="5125720" cy="368300"/>
          </a:xfrm>
          <a:prstGeom prst="rect">
            <a:avLst/>
          </a:prstGeom>
          <a:noFill/>
        </p:spPr>
        <p:txBody>
          <a:bodyPr wrap="square" rtlCol="0">
            <a:spAutoFit/>
          </a:bodyPr>
          <a:p>
            <a:r>
              <a:rPr lang="zh-CN" altLang="en-US"/>
              <a:t>（</a:t>
            </a:r>
            <a:r>
              <a:rPr lang="en-US" altLang="zh-CN"/>
              <a:t>3</a:t>
            </a:r>
            <a:r>
              <a:rPr lang="zh-CN" altLang="en-US"/>
              <a:t>）的训练</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33683" y="855597"/>
            <a:ext cx="12238383" cy="97569"/>
          </a:xfrm>
          <a:prstGeom prst="rect">
            <a:avLst/>
          </a:prstGeom>
          <a:solidFill>
            <a:srgbClr val="1A54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l="6917" t="35967" r="12989" b="40544"/>
          <a:stretch>
            <a:fillRect/>
          </a:stretch>
        </p:blipFill>
        <p:spPr>
          <a:xfrm>
            <a:off x="8869988" y="100321"/>
            <a:ext cx="3085316" cy="639384"/>
          </a:xfrm>
          <a:prstGeom prst="rect">
            <a:avLst/>
          </a:prstGeom>
        </p:spPr>
      </p:pic>
      <p:sp>
        <p:nvSpPr>
          <p:cNvPr id="7" name="文本框 6"/>
          <p:cNvSpPr txBox="1"/>
          <p:nvPr/>
        </p:nvSpPr>
        <p:spPr>
          <a:xfrm>
            <a:off x="366395" y="1124585"/>
            <a:ext cx="1222375" cy="829945"/>
          </a:xfrm>
          <a:prstGeom prst="rect">
            <a:avLst/>
          </a:prstGeom>
          <a:noFill/>
        </p:spPr>
        <p:txBody>
          <a:bodyPr wrap="square" rtlCol="0">
            <a:spAutoFit/>
          </a:bodyPr>
          <a:p>
            <a:r>
              <a:rPr lang="en-US" altLang="zh-CN" sz="4800" b="1">
                <a:sym typeface="+mn-ea"/>
              </a:rPr>
              <a:t>Q1</a:t>
            </a:r>
            <a:endParaRPr lang="en-US" altLang="zh-CN" sz="4800" b="1"/>
          </a:p>
        </p:txBody>
      </p:sp>
      <p:pic>
        <p:nvPicPr>
          <p:cNvPr id="2" name="图片 1"/>
          <p:cNvPicPr>
            <a:picLocks noChangeAspect="1"/>
          </p:cNvPicPr>
          <p:nvPr/>
        </p:nvPicPr>
        <p:blipFill>
          <a:blip r:embed="rId2"/>
          <a:stretch>
            <a:fillRect/>
          </a:stretch>
        </p:blipFill>
        <p:spPr>
          <a:xfrm>
            <a:off x="1933575" y="1391920"/>
            <a:ext cx="8440420" cy="3864610"/>
          </a:xfrm>
          <a:prstGeom prst="rect">
            <a:avLst/>
          </a:prstGeom>
        </p:spPr>
      </p:pic>
      <p:sp>
        <p:nvSpPr>
          <p:cNvPr id="3" name="文本框 2"/>
          <p:cNvSpPr txBox="1"/>
          <p:nvPr/>
        </p:nvSpPr>
        <p:spPr>
          <a:xfrm>
            <a:off x="1933575" y="5776595"/>
            <a:ext cx="8014335" cy="368300"/>
          </a:xfrm>
          <a:prstGeom prst="rect">
            <a:avLst/>
          </a:prstGeom>
          <a:noFill/>
        </p:spPr>
        <p:txBody>
          <a:bodyPr wrap="square" rtlCol="0">
            <a:spAutoFit/>
          </a:bodyPr>
          <a:p>
            <a:r>
              <a:rPr lang="zh-CN" altLang="en-US"/>
              <a:t>简单的测试，效果还算理想</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33683" y="855597"/>
            <a:ext cx="12238383" cy="97569"/>
          </a:xfrm>
          <a:prstGeom prst="rect">
            <a:avLst/>
          </a:prstGeom>
          <a:solidFill>
            <a:srgbClr val="1A54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l="6917" t="35967" r="12989" b="40544"/>
          <a:stretch>
            <a:fillRect/>
          </a:stretch>
        </p:blipFill>
        <p:spPr>
          <a:xfrm>
            <a:off x="8869988" y="100321"/>
            <a:ext cx="3085316" cy="639384"/>
          </a:xfrm>
          <a:prstGeom prst="rect">
            <a:avLst/>
          </a:prstGeom>
        </p:spPr>
      </p:pic>
      <p:sp>
        <p:nvSpPr>
          <p:cNvPr id="7" name="文本框 6"/>
          <p:cNvSpPr txBox="1"/>
          <p:nvPr/>
        </p:nvSpPr>
        <p:spPr>
          <a:xfrm>
            <a:off x="366395" y="1124585"/>
            <a:ext cx="1222375" cy="829945"/>
          </a:xfrm>
          <a:prstGeom prst="rect">
            <a:avLst/>
          </a:prstGeom>
          <a:noFill/>
        </p:spPr>
        <p:txBody>
          <a:bodyPr wrap="square" rtlCol="0">
            <a:spAutoFit/>
          </a:bodyPr>
          <a:p>
            <a:r>
              <a:rPr lang="en-US" altLang="zh-CN" sz="4800" b="1">
                <a:sym typeface="+mn-ea"/>
              </a:rPr>
              <a:t>Q2</a:t>
            </a:r>
            <a:endParaRPr lang="en-US" altLang="zh-CN" sz="4800" b="1"/>
          </a:p>
        </p:txBody>
      </p:sp>
      <p:sp>
        <p:nvSpPr>
          <p:cNvPr id="5" name="文本框 4"/>
          <p:cNvSpPr txBox="1"/>
          <p:nvPr/>
        </p:nvSpPr>
        <p:spPr>
          <a:xfrm>
            <a:off x="2088515" y="1265555"/>
            <a:ext cx="5970270" cy="521970"/>
          </a:xfrm>
          <a:prstGeom prst="rect">
            <a:avLst/>
          </a:prstGeom>
          <a:noFill/>
        </p:spPr>
        <p:txBody>
          <a:bodyPr wrap="square" rtlCol="0">
            <a:spAutoFit/>
          </a:bodyPr>
          <a:p>
            <a:r>
              <a:rPr lang="zh-CN" altLang="en-US" sz="2800"/>
              <a:t>沿用我的课前小讲内容</a:t>
            </a:r>
            <a:endParaRPr lang="zh-CN" altLang="en-US" sz="2800"/>
          </a:p>
        </p:txBody>
      </p:sp>
      <p:pic>
        <p:nvPicPr>
          <p:cNvPr id="8" name="图片 7"/>
          <p:cNvPicPr>
            <a:picLocks noChangeAspect="1"/>
          </p:cNvPicPr>
          <p:nvPr/>
        </p:nvPicPr>
        <p:blipFill>
          <a:blip r:embed="rId2"/>
          <a:stretch>
            <a:fillRect/>
          </a:stretch>
        </p:blipFill>
        <p:spPr>
          <a:xfrm>
            <a:off x="418465" y="1954530"/>
            <a:ext cx="6680835" cy="2407285"/>
          </a:xfrm>
          <a:prstGeom prst="rect">
            <a:avLst/>
          </a:prstGeom>
        </p:spPr>
      </p:pic>
      <p:pic>
        <p:nvPicPr>
          <p:cNvPr id="9" name="图片 8"/>
          <p:cNvPicPr>
            <a:picLocks noChangeAspect="1"/>
          </p:cNvPicPr>
          <p:nvPr/>
        </p:nvPicPr>
        <p:blipFill>
          <a:blip r:embed="rId3"/>
          <a:stretch>
            <a:fillRect/>
          </a:stretch>
        </p:blipFill>
        <p:spPr>
          <a:xfrm>
            <a:off x="4102735" y="3629025"/>
            <a:ext cx="6918325" cy="28213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33683" y="855597"/>
            <a:ext cx="12238383" cy="97569"/>
          </a:xfrm>
          <a:prstGeom prst="rect">
            <a:avLst/>
          </a:prstGeom>
          <a:solidFill>
            <a:srgbClr val="1A54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l="6917" t="35967" r="12989" b="40544"/>
          <a:stretch>
            <a:fillRect/>
          </a:stretch>
        </p:blipFill>
        <p:spPr>
          <a:xfrm>
            <a:off x="8869988" y="100321"/>
            <a:ext cx="3085316" cy="639384"/>
          </a:xfrm>
          <a:prstGeom prst="rect">
            <a:avLst/>
          </a:prstGeom>
        </p:spPr>
      </p:pic>
      <p:sp>
        <p:nvSpPr>
          <p:cNvPr id="7" name="文本框 6"/>
          <p:cNvSpPr txBox="1"/>
          <p:nvPr/>
        </p:nvSpPr>
        <p:spPr>
          <a:xfrm>
            <a:off x="366395" y="1124585"/>
            <a:ext cx="1222375" cy="829945"/>
          </a:xfrm>
          <a:prstGeom prst="rect">
            <a:avLst/>
          </a:prstGeom>
          <a:noFill/>
        </p:spPr>
        <p:txBody>
          <a:bodyPr wrap="square" rtlCol="0">
            <a:spAutoFit/>
          </a:bodyPr>
          <a:p>
            <a:r>
              <a:rPr lang="en-US" altLang="zh-CN" sz="4800" b="1">
                <a:sym typeface="+mn-ea"/>
              </a:rPr>
              <a:t>Q2</a:t>
            </a:r>
            <a:endParaRPr lang="en-US" altLang="zh-CN" sz="4800" b="1"/>
          </a:p>
        </p:txBody>
      </p:sp>
      <p:pic>
        <p:nvPicPr>
          <p:cNvPr id="2" name="图片 1"/>
          <p:cNvPicPr>
            <a:picLocks noChangeAspect="1"/>
          </p:cNvPicPr>
          <p:nvPr/>
        </p:nvPicPr>
        <p:blipFill>
          <a:blip r:embed="rId2"/>
          <a:stretch>
            <a:fillRect/>
          </a:stretch>
        </p:blipFill>
        <p:spPr>
          <a:xfrm>
            <a:off x="2081530" y="1954530"/>
            <a:ext cx="7524750" cy="3549650"/>
          </a:xfrm>
          <a:prstGeom prst="rect">
            <a:avLst/>
          </a:prstGeom>
        </p:spPr>
      </p:pic>
      <p:sp>
        <p:nvSpPr>
          <p:cNvPr id="3" name="文本框 2"/>
          <p:cNvSpPr txBox="1"/>
          <p:nvPr/>
        </p:nvSpPr>
        <p:spPr>
          <a:xfrm>
            <a:off x="2081530" y="1214120"/>
            <a:ext cx="3266440" cy="368300"/>
          </a:xfrm>
          <a:prstGeom prst="rect">
            <a:avLst/>
          </a:prstGeom>
          <a:noFill/>
        </p:spPr>
        <p:txBody>
          <a:bodyPr wrap="square" rtlCol="0">
            <a:spAutoFit/>
          </a:bodyPr>
          <a:p>
            <a:r>
              <a:rPr lang="zh-CN" altLang="en-US"/>
              <a:t>一个可能可行的方案：</a:t>
            </a: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33683" y="855597"/>
            <a:ext cx="12238383" cy="97569"/>
          </a:xfrm>
          <a:prstGeom prst="rect">
            <a:avLst/>
          </a:prstGeom>
          <a:solidFill>
            <a:srgbClr val="1A54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l="6917" t="35967" r="12989" b="40544"/>
          <a:stretch>
            <a:fillRect/>
          </a:stretch>
        </p:blipFill>
        <p:spPr>
          <a:xfrm>
            <a:off x="8869988" y="100321"/>
            <a:ext cx="3085316" cy="639384"/>
          </a:xfrm>
          <a:prstGeom prst="rect">
            <a:avLst/>
          </a:prstGeom>
        </p:spPr>
      </p:pic>
      <p:sp>
        <p:nvSpPr>
          <p:cNvPr id="7" name="文本框 6"/>
          <p:cNvSpPr txBox="1"/>
          <p:nvPr/>
        </p:nvSpPr>
        <p:spPr>
          <a:xfrm>
            <a:off x="366395" y="1124585"/>
            <a:ext cx="1222375" cy="829945"/>
          </a:xfrm>
          <a:prstGeom prst="rect">
            <a:avLst/>
          </a:prstGeom>
          <a:noFill/>
        </p:spPr>
        <p:txBody>
          <a:bodyPr wrap="square" rtlCol="0">
            <a:spAutoFit/>
          </a:bodyPr>
          <a:p>
            <a:r>
              <a:rPr lang="en-US" altLang="zh-CN" sz="4800" b="1">
                <a:sym typeface="+mn-ea"/>
              </a:rPr>
              <a:t>Q2</a:t>
            </a:r>
            <a:endParaRPr lang="en-US" altLang="zh-CN" sz="4800" b="1"/>
          </a:p>
        </p:txBody>
      </p:sp>
      <p:pic>
        <p:nvPicPr>
          <p:cNvPr id="2" name="图片 1"/>
          <p:cNvPicPr>
            <a:picLocks noChangeAspect="1"/>
          </p:cNvPicPr>
          <p:nvPr/>
        </p:nvPicPr>
        <p:blipFill>
          <a:blip r:embed="rId2"/>
          <a:stretch>
            <a:fillRect/>
          </a:stretch>
        </p:blipFill>
        <p:spPr>
          <a:xfrm>
            <a:off x="1279525" y="1954530"/>
            <a:ext cx="5345430" cy="37268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33683" y="855597"/>
            <a:ext cx="12238383" cy="97569"/>
          </a:xfrm>
          <a:prstGeom prst="rect">
            <a:avLst/>
          </a:prstGeom>
          <a:solidFill>
            <a:srgbClr val="1A54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l="6917" t="35967" r="12989" b="40544"/>
          <a:stretch>
            <a:fillRect/>
          </a:stretch>
        </p:blipFill>
        <p:spPr>
          <a:xfrm>
            <a:off x="8869988" y="100321"/>
            <a:ext cx="3085316" cy="639384"/>
          </a:xfrm>
          <a:prstGeom prst="rect">
            <a:avLst/>
          </a:prstGeom>
        </p:spPr>
      </p:pic>
      <p:sp>
        <p:nvSpPr>
          <p:cNvPr id="7" name="文本框 6"/>
          <p:cNvSpPr txBox="1"/>
          <p:nvPr/>
        </p:nvSpPr>
        <p:spPr>
          <a:xfrm>
            <a:off x="366395" y="1124585"/>
            <a:ext cx="1222375" cy="829945"/>
          </a:xfrm>
          <a:prstGeom prst="rect">
            <a:avLst/>
          </a:prstGeom>
          <a:noFill/>
        </p:spPr>
        <p:txBody>
          <a:bodyPr wrap="square" rtlCol="0">
            <a:spAutoFit/>
          </a:bodyPr>
          <a:p>
            <a:r>
              <a:rPr lang="en-US" altLang="zh-CN" sz="4800" b="1">
                <a:sym typeface="+mn-ea"/>
              </a:rPr>
              <a:t>Q2</a:t>
            </a:r>
            <a:endParaRPr lang="en-US" altLang="zh-CN" sz="4800" b="1"/>
          </a:p>
        </p:txBody>
      </p:sp>
      <p:pic>
        <p:nvPicPr>
          <p:cNvPr id="2" name="图片 1"/>
          <p:cNvPicPr>
            <a:picLocks noChangeAspect="1"/>
          </p:cNvPicPr>
          <p:nvPr/>
        </p:nvPicPr>
        <p:blipFill>
          <a:blip r:embed="rId2"/>
          <a:stretch>
            <a:fillRect/>
          </a:stretch>
        </p:blipFill>
        <p:spPr>
          <a:xfrm>
            <a:off x="1588770" y="1330325"/>
            <a:ext cx="7188200" cy="44875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33683" y="855597"/>
            <a:ext cx="12238383" cy="97569"/>
          </a:xfrm>
          <a:prstGeom prst="rect">
            <a:avLst/>
          </a:prstGeom>
          <a:solidFill>
            <a:srgbClr val="1A54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l="6917" t="35967" r="12989" b="40544"/>
          <a:stretch>
            <a:fillRect/>
          </a:stretch>
        </p:blipFill>
        <p:spPr>
          <a:xfrm>
            <a:off x="8869988" y="100321"/>
            <a:ext cx="3085316" cy="639384"/>
          </a:xfrm>
          <a:prstGeom prst="rect">
            <a:avLst/>
          </a:prstGeom>
        </p:spPr>
      </p:pic>
      <p:sp>
        <p:nvSpPr>
          <p:cNvPr id="5" name="文本框 4"/>
          <p:cNvSpPr txBox="1"/>
          <p:nvPr/>
        </p:nvSpPr>
        <p:spPr>
          <a:xfrm>
            <a:off x="1664335" y="3429000"/>
            <a:ext cx="8806815" cy="768350"/>
          </a:xfrm>
          <a:prstGeom prst="rect">
            <a:avLst/>
          </a:prstGeom>
        </p:spPr>
        <p:txBody>
          <a:bodyPr wrap="square">
            <a:spAutoFit/>
          </a:bodyPr>
          <a:p>
            <a:pPr marL="0" indent="0" algn="ctr"/>
            <a:r>
              <a:rPr lang="zh-CN" sz="4400" b="1" i="0">
                <a:latin typeface="微软雅黑" panose="020B0503020204020204" charset="-122"/>
                <a:ea typeface="微软雅黑" panose="020B0503020204020204" charset="-122"/>
              </a:rPr>
              <a:t>感谢您的聆听！</a:t>
            </a:r>
            <a:endParaRPr lang="zh-CN" sz="4400" b="1" i="0">
              <a:latin typeface="微软雅黑" panose="020B0503020204020204" charset="-122"/>
              <a:ea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BEAUTIFY_FLAG" val="#fgm#"/>
  <p:tag name="KSO_WM_FIGMA_FLAG" val="#fgm#"/>
  <p:tag name="KSO_WM_UNIT_INDEX" val="1"/>
  <p:tag name="KSO_WM_UNIT_TYPE" val="a"/>
  <p:tag name="KSO_WM_LAYOUT_CHECK_HASH" val="40266c36a6527553fce379d354fc32c381844a7a"/>
  <p:tag name="KSO_WM_NEWLAYOUT_ID" val="23"/>
</p:tagLst>
</file>

<file path=ppt/tags/tag2.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1_1"/>
  <p:tag name="KSO_WM_UNIT_TYPE" val="l_h_i"/>
</p:tagLst>
</file>

<file path=ppt/tags/tag3.xml><?xml version="1.0" encoding="utf-8"?>
<p:tagLst xmlns:p="http://schemas.openxmlformats.org/presentationml/2006/main">
  <p:tag name="KSO_WM_BEAUTIFY_FLAG" val="#fgm#"/>
  <p:tag name="KSO_WM_DIAGRAM_GROUP_CODE" val="1"/>
  <p:tag name="KSO_WM_FIGMA_FLAG" val="#fgm#"/>
  <p:tag name="KSO_WM_SYNC_SLIDE_TEXT" val="1"/>
  <p:tag name="KSO_WM_UNIT_INDEX" val="1_1_3"/>
  <p:tag name="KSO_WM_UNIT_SUBTYPE" val="d"/>
  <p:tag name="KSO_WM_UNIT_TYPE" val="l_h_i"/>
</p:tagLst>
</file>

<file path=ppt/tags/tag4.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5.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2_1"/>
  <p:tag name="KSO_WM_UNIT_TYPE" val="l_h_i"/>
</p:tagLst>
</file>

<file path=ppt/tags/tag6.xml><?xml version="1.0" encoding="utf-8"?>
<p:tagLst xmlns:p="http://schemas.openxmlformats.org/presentationml/2006/main">
  <p:tag name="KSO_WM_BEAUTIFY_FLAG" val="#fgm#"/>
  <p:tag name="KSO_WM_DIAGRAM_GROUP_CODE" val="1"/>
  <p:tag name="KSO_WM_FIGMA_FLAG" val="#fgm#"/>
  <p:tag name="KSO_WM_SYNC_SLIDE_TEXT" val="1"/>
  <p:tag name="KSO_WM_UNIT_INDEX" val="1_2_3"/>
  <p:tag name="KSO_WM_UNIT_SUBTYPE" val="d"/>
  <p:tag name="KSO_WM_UNIT_TYPE" val="l_h_i"/>
</p:tagLst>
</file>

<file path=ppt/tags/tag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8.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3_1"/>
  <p:tag name="KSO_WM_UNIT_TYPE" val="l_h_i"/>
</p:tagLst>
</file>

<file path=ppt/tags/tag9.xml><?xml version="1.0" encoding="utf-8"?>
<p:tagLst xmlns:p="http://schemas.openxmlformats.org/presentationml/2006/main">
  <p:tag name="KSO_WM_BEAUTIFY_FLAG" val="#fgm#"/>
  <p:tag name="KSO_WM_DIAGRAM_GROUP_CODE" val="1"/>
  <p:tag name="KSO_WM_FIGMA_FLAG" val="#fgm#"/>
  <p:tag name="KSO_WM_SYNC_SLIDE_TEXT" val="1"/>
  <p:tag name="KSO_WM_UNIT_INDEX" val="1_3_3"/>
  <p:tag name="KSO_WM_UNIT_SUBTYPE" val="d"/>
  <p:tag name="KSO_WM_UNIT_TYPE" val="l_h_i"/>
</p:tagLst>
</file>

<file path=ppt/tags/tag10.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11.xml><?xml version="1.0" encoding="utf-8"?>
<p:tagLst xmlns:p="http://schemas.openxmlformats.org/presentationml/2006/main">
  <p:tag name="KSO_WM_FIGMA_DECORATION_INDEX" val="18"/>
  <p:tag name="$PH_EXT" val="2"/>
  <p:tag name="KSO_WM_BEAUTIFY_FLAG" val="#fgm#"/>
  <p:tag name="KSO_WM_DIAGRAM_GROUP_CODE" val="1"/>
  <p:tag name="KSO_WM_FIGMA_FLAG" val="#fgm#"/>
  <p:tag name="KSO_WM_SHAPE_BGTYPE" val="lt1"/>
  <p:tag name="KSO_WM_SHAPE_BRIGHT_DATA" val="[{&quot;dk1&quot;:-60,&quot;dk2&quot;:-50,&quot;lt1&quot;:90,&quot;lt2&quot;:100},{&quot;dk1&quot;:-60,&quot;dk2&quot;:-50,&quot;lt1&quot;:90,&quot;lt2&quot;:100}]"/>
  <p:tag name="KSO_WM_SHAPE_UPDATE_BRIGHT" val="1"/>
  <p:tag name="KSO_WM_SYNC_SLIDE_TEXT" val="1"/>
  <p:tag name="KSO_WM_UNIT_INDEX" val="1_4_1"/>
  <p:tag name="KSO_WM_UNIT_TYPE" val="l_h_i"/>
</p:tagLst>
</file>

<file path=ppt/tags/tag12.xml><?xml version="1.0" encoding="utf-8"?>
<p:tagLst xmlns:p="http://schemas.openxmlformats.org/presentationml/2006/main">
  <p:tag name="KSO_WM_BEAUTIFY_FLAG" val="#fgm#"/>
  <p:tag name="KSO_WM_DIAGRAM_GROUP_CODE" val="1"/>
  <p:tag name="KSO_WM_FIGMA_FLAG" val="#fgm#"/>
  <p:tag name="KSO_WM_SYNC_SLIDE_TEXT" val="1"/>
  <p:tag name="KSO_WM_UNIT_INDEX" val="1_4_3"/>
  <p:tag name="KSO_WM_UNIT_SUBTYPE" val="d"/>
  <p:tag name="KSO_WM_UNIT_TYPE" val="l_h_i"/>
</p:tagLst>
</file>

<file path=ppt/tags/tag13.xml><?xml version="1.0" encoding="utf-8"?>
<p:tagLst xmlns:p="http://schemas.openxmlformats.org/presentationml/2006/main">
  <p:tag name="KSO_WM_BEAUTIFY_FLAG" val="#fgm#"/>
  <p:tag name="KSO_WM_DIAGRAM_GROUP_CODE" val="1"/>
  <p:tag name="KSO_WM_FIGMA_FLAG" val="#fgm#"/>
  <p:tag name="KSO_WM_UNIT_INDEX" val="1_4_1"/>
  <p:tag name="KSO_WM_UNIT_TYPE" val="l_h_f"/>
</p:tagLst>
</file>

<file path=ppt/tags/tag14.xml><?xml version="1.0" encoding="utf-8"?>
<p:tagLst xmlns:p="http://schemas.openxmlformats.org/presentationml/2006/main">
  <p:tag name="KSO_WM_BEAUTIFY_FLAG" val="#fgm#"/>
  <p:tag name="KSO_WM_FIGMA_FLAG" val="#fgm#"/>
  <p:tag name="KSO_WM_UNIT_INDEX" val="1"/>
  <p:tag name="KSO_WM_UNIT_TYPE" val="a"/>
  <p:tag name="KSO_WM_LAYOUT_CHECK_HASH" val="cfa8a54e7adee0739134972e8815c9d0ad378299"/>
  <p:tag name="KSO_WM_NEWLAYOUT_ID" val="82"/>
</p:tagLst>
</file>

<file path=ppt/tags/tag15.xml><?xml version="1.0" encoding="utf-8"?>
<p:tagLst xmlns:p="http://schemas.openxmlformats.org/presentationml/2006/main">
  <p:tag name="KSO_WM_FIGMA_DECORATION_INDEX" val="1"/>
  <p:tag name="$PH_EXT" val="1"/>
  <p:tag name="KSO_WM_BEAUTIFY_FLAG" val="#fgm#"/>
  <p:tag name="KSO_WM_DIAGRAM_GROUP_CODE" val="1"/>
  <p:tag name="KSO_WM_FIGMA_FLAG" val="#fgm#"/>
  <p:tag name="KSO_WM_UNIT_INDEX" val="1_1_1"/>
  <p:tag name="KSO_WM_UNIT_TYPE" val="l_h_x"/>
</p:tagLst>
</file>

<file path=ppt/tags/tag1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1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8.xml><?xml version="1.0" encoding="utf-8"?>
<p:tagLst xmlns:p="http://schemas.openxmlformats.org/presentationml/2006/main">
  <p:tag name="KSO_WM_FIGMA_DECORATION_INDEX" val="2"/>
  <p:tag name="$PH_EXT" val="1"/>
  <p:tag name="KSO_WM_BEAUTIFY_FLAG" val="#fgm#"/>
  <p:tag name="KSO_WM_DIAGRAM_GROUP_CODE" val="1"/>
  <p:tag name="KSO_WM_FIGMA_FLAG" val="#fgm#"/>
  <p:tag name="KSO_WM_UNIT_INDEX" val="1_2_1"/>
  <p:tag name="KSO_WM_UNIT_TYPE" val="l_h_x"/>
</p:tagLst>
</file>

<file path=ppt/tags/tag19.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21.xml><?xml version="1.0" encoding="utf-8"?>
<p:tagLst xmlns:p="http://schemas.openxmlformats.org/presentationml/2006/main">
  <p:tag name="KSO_WM_FIGMA_DECORATION_INDEX" val="3"/>
  <p:tag name="$PH_EXT" val="1"/>
  <p:tag name="KSO_WM_BEAUTIFY_FLAG" val="#fgm#"/>
  <p:tag name="KSO_WM_DIAGRAM_GROUP_CODE" val="1"/>
  <p:tag name="KSO_WM_FIGMA_FLAG" val="#fgm#"/>
  <p:tag name="KSO_WM_UNIT_INDEX" val="1_3_1"/>
  <p:tag name="KSO_WM_UNIT_TYPE" val="l_h_x"/>
</p:tagLst>
</file>

<file path=ppt/tags/tag22.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23.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ags/tag24.xml><?xml version="1.0" encoding="utf-8"?>
<p:tagLst xmlns:p="http://schemas.openxmlformats.org/presentationml/2006/main">
  <p:tag name="KSO_WM_BEAUTIFY_FLAG" val="#fgm#"/>
  <p:tag name="KSO_WM_FIGMA_FLAG" val="#fgm#"/>
  <p:tag name="KSO_WM_UNIT_INDEX" val="1"/>
  <p:tag name="KSO_WM_UNIT_TYPE" val="a"/>
  <p:tag name="KSO_WM_LAYOUT_CHECK_HASH" val="5088363ceabc89091f463b59e729210b0dcb74ce"/>
  <p:tag name="KSO_WM_NEWLAYOUT_ID" val="122"/>
</p:tagLst>
</file>

<file path=ppt/tags/tag25.xml><?xml version="1.0" encoding="utf-8"?>
<p:tagLst xmlns:p="http://schemas.openxmlformats.org/presentationml/2006/main">
  <p:tag name="KSO_WM_BEAUTIFY_FLAG" val="#fgm#"/>
  <p:tag name="KSO_WM_FIGMA_FLAG" val="#fgm#"/>
  <p:tag name="KSO_WM_UNIT_INDEX" val="1"/>
  <p:tag name="KSO_WM_UNIT_TYPE" val="d"/>
</p:tagLst>
</file>

<file path=ppt/tags/tag26.xml><?xml version="1.0" encoding="utf-8"?>
<p:tagLst xmlns:p="http://schemas.openxmlformats.org/presentationml/2006/main">
  <p:tag name="KSO_WM_BEAUTIFY_FLAG" val="#fgm#"/>
  <p:tag name="KSO_WM_DIAGRAM_GROUP_CODE" val="1"/>
  <p:tag name="KSO_WM_FIGMA_FLAG" val="#fgm#"/>
  <p:tag name="KSO_WM_UNIT_INDEX" val="1_1_1"/>
  <p:tag name="KSO_WM_UNIT_TYPE" val="l_h_a"/>
</p:tagLst>
</file>

<file path=ppt/tags/tag27.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28.xml><?xml version="1.0" encoding="utf-8"?>
<p:tagLst xmlns:p="http://schemas.openxmlformats.org/presentationml/2006/main">
  <p:tag name="KSO_WM_BEAUTIFY_FLAG" val="#fgm#"/>
  <p:tag name="KSO_WM_DIAGRAM_GROUP_CODE" val="1"/>
  <p:tag name="KSO_WM_FIGMA_FLAG" val="#fgm#"/>
  <p:tag name="KSO_WM_UNIT_INDEX" val="1_2_1"/>
  <p:tag name="KSO_WM_UNIT_TYPE" val="l_h_a"/>
</p:tagLst>
</file>

<file path=ppt/tags/tag29.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30.xml><?xml version="1.0" encoding="utf-8"?>
<p:tagLst xmlns:p="http://schemas.openxmlformats.org/presentationml/2006/main">
  <p:tag name="KSO_WM_BEAUTIFY_FLAG" val="#fgm#"/>
  <p:tag name="KSO_WM_DIAGRAM_GROUP_CODE" val="1"/>
  <p:tag name="KSO_WM_FIGMA_FLAG" val="#fgm#"/>
  <p:tag name="KSO_WM_UNIT_INDEX" val="1_3_1"/>
  <p:tag name="KSO_WM_UNIT_TYPE" val="l_h_a"/>
</p:tagLst>
</file>

<file path=ppt/tags/tag31.xml><?xml version="1.0" encoding="utf-8"?>
<p:tagLst xmlns:p="http://schemas.openxmlformats.org/presentationml/2006/main">
  <p:tag name="KSO_WM_BEAUTIFY_FLAG" val="#fgm#"/>
  <p:tag name="KSO_WM_DIAGRAM_GROUP_CODE" val="1"/>
  <p:tag name="KSO_WM_FIGMA_FLAG" val="#fgm#"/>
  <p:tag name="KSO_WM_UNIT_INDEX" val="1_3_1"/>
  <p:tag name="KSO_WM_UNIT_TYPE" val="l_h_f"/>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732</Words>
  <Application>WPS 演示</Application>
  <PresentationFormat>宽屏</PresentationFormat>
  <Paragraphs>51</Paragraphs>
  <Slides>11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vt:i4>
      </vt:variant>
    </vt:vector>
  </HeadingPairs>
  <TitlesOfParts>
    <vt:vector size="20" baseType="lpstr">
      <vt:lpstr>Arial</vt:lpstr>
      <vt:lpstr>宋体</vt:lpstr>
      <vt:lpstr>Wingdings</vt:lpstr>
      <vt:lpstr>Neue Haas Grotesk Text Pro</vt:lpstr>
      <vt:lpstr>微软雅黑</vt:lpstr>
      <vt:lpstr>Segoe Print</vt:lpstr>
      <vt:lpstr>Arial Unicode MS</vt:lpstr>
      <vt:lpstr>Calibri</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HaruYuu</cp:lastModifiedBy>
  <cp:revision>48</cp:revision>
  <dcterms:created xsi:type="dcterms:W3CDTF">2023-08-09T12:44:00Z</dcterms:created>
  <dcterms:modified xsi:type="dcterms:W3CDTF">2026-06-01T15:42:54Z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6D5AC98A8488496286A0F2483185B0D7_13</vt:lpwstr>
  </property>
</Properties>
</file>